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D3F90C-8187-DE67-394B-33EF94CCD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2960250-669C-BB45-79A7-DE2D58A28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EF36E8-E6D1-8D62-830F-57C864172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D7ED00-404A-238C-5C11-DDB76D5A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1DB4FC-B8A7-8140-3D7F-F5A25D54A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438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15C358-E503-1E92-9BA7-59855170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EDE59D-47AC-AF24-104F-3483B7090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6F78E2-3AD5-D87D-2263-DD865FBC2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F0F3D4-74A2-ACF6-70D1-3F18F307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70E826-001B-1488-E156-483ED3337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300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A7F3D4-2487-DDA0-C0E1-7AF93B6D8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0C9D937-4E6B-00D5-BE84-8691BDB55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368F33-84A3-EFDE-2BDA-980189627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DEAC38-14CE-AB30-DA61-410C06E8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18BC41-0C2E-C668-1B10-A7374830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525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36033-C0BB-CC5E-FAB7-E139FE8B4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E51D4F-4105-A6F1-9426-513A68031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17C501-46B2-30E5-7E90-D9D0CAE53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7AD3B6-33A1-5B58-70EC-93E76932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6468AF-F896-CCED-9F4D-43E16671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B0DC10-C3DC-7BBE-E161-1435A2A1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62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53DD6-FA65-D68F-15BF-2902F17E3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C0D98F3-03B3-8204-FB93-15A8B24E4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70C1C77-352B-0B84-A905-696FEC6A5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8A79E3F-93A9-3F6D-F386-5D503F6145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DDEB2FF-3D09-A26A-DEB6-3BCCEEE364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C57D83F-DC55-90AC-AABE-8BB408356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DD69D2-39BB-343A-24E7-CBF497A6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0A5440B-963A-9C25-373D-AF24AF80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840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E75566-14CB-7AAF-EA7E-158F2F6D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E008E8-DC7F-4E39-FE04-69AC56E57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4779C2-2F3D-AD7A-AE55-9FD4766AA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128E72-CB6A-C460-FB5D-A634C5CA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224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879009F-DE5B-593D-35ED-2D585DEB5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E195EE-C786-8D07-D47D-D4233E38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BEEFB62-23B1-4D35-AD84-4B9E06DFB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8407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93FBA-FD57-497F-4EF9-4C5CD180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9E37BC-E2DC-D899-F9AE-16E153AAF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422979-20BB-054C-67F6-16CD036CF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FC1DDC6-510A-E0F6-0A77-C1469699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D10092-1BA3-86E9-23E5-CACDBA89F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990B92-B856-BB3F-F034-5FF32388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290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B15FE-D269-2629-929F-94F4EEC0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F23D00A-8753-0D07-29FE-ADC4869B5D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0052C2-510A-E6CC-D8D0-F66634FC4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EC5861-F63F-E49D-8227-00C87C880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39A062-EBBE-5AF2-776D-25653375F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3C1B2F-0034-7ECD-A945-CB9B301CA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7961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5F01E-D8BA-97D8-A51B-57971412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980A2F0-B157-EF12-BB8F-EC424BB16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DBA64F-09C5-9789-94C2-546B6539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B9BEA1-5991-AB42-80EC-49486B791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AD3E0D-1D5A-F551-D314-94F73F72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066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D6E38E6-9D55-2AF8-1D5E-68382ADF2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05CAF95-2746-9E4E-B680-D87BFD2B4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49E85C-273D-2366-3066-CE9DE49A0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C1CF40-3389-9281-7790-F9CAA3AD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3C8DE3-E0B1-5039-EF72-A396B544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685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D0824C5-6FDF-F10B-21F0-36327E734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6A12EB-94A6-3C26-FC00-EC07D31F3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DA8ECD-7341-F65F-858E-462450FB8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E0E763-7604-4F70-BAEF-F87772499FA1}" type="datetimeFigureOut">
              <a:rPr lang="de-DE" smtClean="0"/>
              <a:t>27.05.2026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A543F4-62A9-0455-436B-B4C716053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521FCE-F08F-72E7-90AC-B7BF306F7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AAF3E-79CC-412E-AF2E-B73645535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004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6AAAB2-A5E9-9AED-A7CA-EB2FA1AD8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5230"/>
            <a:ext cx="9144000" cy="987539"/>
          </a:xfrm>
        </p:spPr>
        <p:txBody>
          <a:bodyPr/>
          <a:lstStyle/>
          <a:p>
            <a:r>
              <a:rPr lang="de-DE" dirty="0" err="1"/>
              <a:t>LockedVisit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697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99D79-A73B-10B4-503E-31A851AA2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 waren wir nochmal (</a:t>
            </a:r>
            <a:r>
              <a:rPr lang="de-DE" dirty="0" err="1"/>
              <a:t>LockUpLogic</a:t>
            </a:r>
            <a:r>
              <a:rPr lang="de-DE" dirty="0"/>
              <a:t>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A32BDC-3FC0-F4E2-D794-665CFD8A7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Datenbank für JVA</a:t>
            </a:r>
          </a:p>
          <a:p>
            <a:r>
              <a:rPr lang="de-DE" dirty="0"/>
              <a:t>2 Standorte mit mehreren Gebäuden und Räume</a:t>
            </a:r>
          </a:p>
          <a:p>
            <a:r>
              <a:rPr lang="de-DE" dirty="0"/>
              <a:t>Zellen, Arbeitsräume, Besuchs- und Therapieräume, Verwaltungsräume</a:t>
            </a:r>
          </a:p>
          <a:p>
            <a:r>
              <a:rPr lang="de-DE" dirty="0"/>
              <a:t>Unsere Datenbank:</a:t>
            </a:r>
          </a:p>
          <a:p>
            <a:pPr lvl="1"/>
            <a:r>
              <a:rPr lang="de-DE" dirty="0"/>
              <a:t>Gefangenenverwaltung</a:t>
            </a:r>
          </a:p>
          <a:p>
            <a:pPr lvl="1"/>
            <a:r>
              <a:rPr lang="de-DE" b="1" dirty="0"/>
              <a:t>Besuchermanagement</a:t>
            </a:r>
          </a:p>
          <a:p>
            <a:pPr lvl="1"/>
            <a:r>
              <a:rPr lang="de-DE" dirty="0"/>
              <a:t>Therapieplanung</a:t>
            </a:r>
          </a:p>
          <a:p>
            <a:pPr lvl="1"/>
            <a:r>
              <a:rPr lang="de-DE" dirty="0"/>
              <a:t>Beschäftigungszuordnung</a:t>
            </a:r>
          </a:p>
          <a:p>
            <a:pPr lvl="1"/>
            <a:r>
              <a:rPr lang="de-DE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813665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33C97-4D04-CADE-0DEE-BB7FDB69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Fokus auf Besuchermanagement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131B80-BD14-901D-CDBC-E99DEAD79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Prozess/Applikation (</a:t>
            </a:r>
            <a:r>
              <a:rPr lang="de-DE" dirty="0" err="1"/>
              <a:t>LockedVisit</a:t>
            </a:r>
            <a:r>
              <a:rPr lang="de-DE" dirty="0"/>
              <a:t>) für das Besuchermanagement</a:t>
            </a:r>
          </a:p>
        </p:txBody>
      </p:sp>
    </p:spTree>
    <p:extLst>
      <p:ext uri="{BB962C8B-B14F-4D97-AF65-F5344CB8AC3E}">
        <p14:creationId xmlns:p14="http://schemas.microsoft.com/office/powerpoint/2010/main" val="4051607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68E219-BFAA-DD57-6640-21534450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BPMN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012068B-5D7D-DA1A-802E-1BF8DA5F9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549" y="1825625"/>
            <a:ext cx="61869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77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D5F158-DBB3-205F-61C3-B871B40B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Datenbank-Anpassung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376DE6-CDD5-C6F6-936D-DDBD5C899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Gefangenen brauchen einen Status ob sie besuchbar sind</a:t>
            </a:r>
          </a:p>
          <a:p>
            <a:r>
              <a:rPr lang="de-DE" dirty="0"/>
              <a:t>Besucher brauchen einen Status ob sie validiert sind</a:t>
            </a:r>
          </a:p>
          <a:p>
            <a:r>
              <a:rPr lang="de-DE" b="1" dirty="0"/>
              <a:t>Tabelle in der die die Slots für die Besuchszeiten stehen</a:t>
            </a:r>
          </a:p>
          <a:p>
            <a:r>
              <a:rPr lang="de-DE" dirty="0" err="1"/>
              <a:t>Stored</a:t>
            </a:r>
            <a:r>
              <a:rPr lang="de-DE" dirty="0"/>
              <a:t> </a:t>
            </a:r>
            <a:r>
              <a:rPr lang="de-DE" dirty="0" err="1"/>
              <a:t>Procedure</a:t>
            </a:r>
            <a:r>
              <a:rPr lang="de-DE" dirty="0"/>
              <a:t> für</a:t>
            </a:r>
          </a:p>
          <a:p>
            <a:pPr lvl="1"/>
            <a:r>
              <a:rPr lang="de-DE" dirty="0"/>
              <a:t>Besuchbare Gefangene</a:t>
            </a:r>
          </a:p>
          <a:p>
            <a:pPr lvl="1"/>
            <a:r>
              <a:rPr lang="de-DE" dirty="0"/>
              <a:t>Validierte Besucher</a:t>
            </a:r>
          </a:p>
        </p:txBody>
      </p:sp>
    </p:spTree>
    <p:extLst>
      <p:ext uri="{BB962C8B-B14F-4D97-AF65-F5344CB8AC3E}">
        <p14:creationId xmlns:p14="http://schemas.microsoft.com/office/powerpoint/2010/main" val="424680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03EBF1-88DA-2B91-C252-23D4F8C4E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Web-Anwendung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AFBF36-8E21-8B71-D6C3-2C1EE53D1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Wir arbeiten mit </a:t>
            </a:r>
            <a:r>
              <a:rPr lang="de-DE" dirty="0" err="1"/>
              <a:t>NodeJS</a:t>
            </a:r>
            <a:r>
              <a:rPr lang="de-DE" dirty="0"/>
              <a:t> und JavaScript</a:t>
            </a:r>
          </a:p>
        </p:txBody>
      </p:sp>
    </p:spTree>
    <p:extLst>
      <p:ext uri="{BB962C8B-B14F-4D97-AF65-F5344CB8AC3E}">
        <p14:creationId xmlns:p14="http://schemas.microsoft.com/office/powerpoint/2010/main" val="1451102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Breitbild</PresentationFormat>
  <Paragraphs>23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LockedVisit</vt:lpstr>
      <vt:lpstr>Wer waren wir nochmal (LockUpLogic)</vt:lpstr>
      <vt:lpstr>Fokus auf Besuchermanagement</vt:lpstr>
      <vt:lpstr>BPMN</vt:lpstr>
      <vt:lpstr>Datenbank-Anpassung</vt:lpstr>
      <vt:lpstr>Erste Web-Anwendung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 Borghardt</dc:creator>
  <cp:lastModifiedBy>Manuel Borghardt</cp:lastModifiedBy>
  <cp:revision>1</cp:revision>
  <dcterms:created xsi:type="dcterms:W3CDTF">2026-05-27T11:13:58Z</dcterms:created>
  <dcterms:modified xsi:type="dcterms:W3CDTF">2026-05-27T12:08:15Z</dcterms:modified>
</cp:coreProperties>
</file>