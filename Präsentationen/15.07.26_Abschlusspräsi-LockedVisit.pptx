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0" r:id="rId7"/>
    <p:sldId id="262" r:id="rId8"/>
    <p:sldId id="263" r:id="rId9"/>
    <p:sldId id="261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51CDDD-9085-04D8-94A5-9442B38540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F650574-5812-69DD-DDD5-39E57CDCFB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5EE983-725C-F875-23D7-914C34F34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93583-0075-4E53-AA2A-B577A915B774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96D642C-3FFF-0F19-77A1-13440E598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91F53E6-7429-20E9-710A-5090EA42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77275-0C54-4BEE-BFDB-317C37BE0A8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0652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2A851B-3E11-66F8-973D-7F456DB65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4B97E1-EDC8-0E53-6182-45479C536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E8932A4-4B26-3C52-1469-2B2F29806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93583-0075-4E53-AA2A-B577A915B774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77B0B2-34C0-C02C-DFCD-0ADEED9C4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3BC880-5D3D-FA0B-7219-147828677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77275-0C54-4BEE-BFDB-317C37BE0A8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6466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CBCDA2-F013-9E6E-3916-ABA2262E3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4A4E02-5500-EB86-E6CE-C10B764DBC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E4847-EB4E-6D5F-5B7D-3FCFCE78C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93583-0075-4E53-AA2A-B577A915B774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A50BF4-AF42-97A7-B210-B30C4A0F8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AF7A88-2AA8-78BF-3B5F-CE97924BD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77275-0C54-4BEE-BFDB-317C37BE0A8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7960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FE0A45-3A58-95C1-2720-3806C2E62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46B96A-6CFD-B4EF-9271-F56CE681A1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055BC5A-7CE4-2D02-B047-7F5396E0E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033F2FF-1F0C-6F32-CDFA-941BB8572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93583-0075-4E53-AA2A-B577A915B774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B48D392-B7A9-3265-2F33-41C736DCD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873E58B-4209-0C3C-5DE6-F77C8132E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77275-0C54-4BEE-BFDB-317C37BE0A8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5664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46176D-1E68-82E6-1305-0E2C2D1C8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D280BBA-EEA3-2935-E92D-9D51E1D8E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5C125F6-8EE7-B931-5570-F71B7E44AD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DCCEAE6-D31A-92B6-04FC-92B89CEC15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416331E-8FB4-2644-4DD2-2DCD24113C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1137296-1D84-3E89-AB32-6D8B78B14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93583-0075-4E53-AA2A-B577A915B774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40178A0-22A5-8E37-1341-CCBAF6136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FF9D981-E6A4-8E85-A6B4-A46932485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77275-0C54-4BEE-BFDB-317C37BE0A8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2492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505C1C-3CE7-3005-62D0-744310C1F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6CF5B36-8C7E-578C-8C9F-CD691A6E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93583-0075-4E53-AA2A-B577A915B774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1A2EC93-A6E7-204C-B9B5-E14A9A75D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869C291-C4C7-2FF7-0A3D-C62C02825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77275-0C54-4BEE-BFDB-317C37BE0A8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4009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3B9AEC9-A17E-8996-14ED-B068B7242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93583-0075-4E53-AA2A-B577A915B774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1B3026B-30DB-20CC-C2B8-3A2A890F8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AF32EC8-C23E-3A32-98B7-E2656F2E2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77275-0C54-4BEE-BFDB-317C37BE0A8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5887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3471F1-11D9-E71D-2479-1E236E43C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151CB7-E3F8-7894-C89A-4809611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9F950CA-E2AF-FCF4-6ECB-216AAE79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EB5CE0A-A4C8-FE75-11DD-D2006501B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93583-0075-4E53-AA2A-B577A915B774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7F537A0-11C2-4F5C-2E28-EC05B3E7E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212155A-49BD-776B-811E-1E377CF34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77275-0C54-4BEE-BFDB-317C37BE0A8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0431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3A8E71-5C0B-6093-7D10-C6AF44D73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4267808-0EDA-E6BC-9EB2-EA05309D4B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10E76C4-33C0-E643-A4DA-83A606DEE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078388D-6FAB-1C85-577A-1DD799BD0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93583-0075-4E53-AA2A-B577A915B774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DB45EF-D8D0-4035-5B4F-351DFD54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DB262D5-3F9A-1F4B-B03F-BD7651755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77275-0C54-4BEE-BFDB-317C37BE0A8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960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634EA5-AC05-0D17-2312-5349CB451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D9A300E-DE12-A5D5-AA92-38A29F8359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D8495F-AE27-49F7-4407-481389461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93583-0075-4E53-AA2A-B577A915B774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545995-5997-A194-E211-8BC890F08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931F91-2011-F010-F8B7-16C122358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77275-0C54-4BEE-BFDB-317C37BE0A8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5534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D820781-9FCB-CCB8-57DB-8DD7DBF290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DD7CFD-A77C-1A3B-A8EC-D9233DD2B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2C0439-650D-9C12-5548-E236F004C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93583-0075-4E53-AA2A-B577A915B774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ABC646-76FA-D391-5A5B-3818F1A36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82CC28-575A-9998-7F1C-535863204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77275-0C54-4BEE-BFDB-317C37BE0A8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82966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437A042-3078-9BC9-8E8F-09D9AA392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C324EA8-36E5-2DA0-4303-28C9506D94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BB9B48-0092-A85C-0451-FDA8FC04DC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093583-0075-4E53-AA2A-B577A915B774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F6F9797-5C10-6095-FA4A-160B0D550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6EEEC7-3CA5-2ABC-3518-6D294F7D5A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777275-0C54-4BEE-BFDB-317C37BE0A8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8719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6E6C30-BF29-EA4C-A0BD-4EED4C1352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Abschlusspräsi-LockedVisit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67F9610-9EC0-4208-763C-A6388E5641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DE" sz="1800" dirty="0"/>
              <a:t>Leonid Nikkel, Joel </a:t>
            </a:r>
            <a:r>
              <a:rPr lang="de-DE" sz="1800" dirty="0" err="1"/>
              <a:t>Jantschik</a:t>
            </a:r>
            <a:r>
              <a:rPr lang="de-DE" sz="1800" dirty="0"/>
              <a:t>, Joshua Del Rosario Rijo, Manuel Borghardt</a:t>
            </a:r>
          </a:p>
        </p:txBody>
      </p:sp>
    </p:spTree>
    <p:extLst>
      <p:ext uri="{BB962C8B-B14F-4D97-AF65-F5344CB8AC3E}">
        <p14:creationId xmlns:p14="http://schemas.microsoft.com/office/powerpoint/2010/main" val="1715158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7AB552-2A89-0A9B-96FE-621EDF9F7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B31EAC-F2AF-46FF-0AE6-1A331402C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Wer sind wir?</a:t>
            </a:r>
          </a:p>
          <a:p>
            <a:r>
              <a:rPr lang="de-DE" dirty="0"/>
              <a:t>BPMN</a:t>
            </a:r>
          </a:p>
          <a:p>
            <a:r>
              <a:rPr lang="de-DE" dirty="0"/>
              <a:t>Datenbank-Anpassungen</a:t>
            </a:r>
          </a:p>
          <a:p>
            <a:r>
              <a:rPr lang="de-DE" dirty="0"/>
              <a:t>Verwendete Technologie</a:t>
            </a:r>
          </a:p>
          <a:p>
            <a:r>
              <a:rPr lang="de-DE" dirty="0"/>
              <a:t>User Story und Live-Vorstellung</a:t>
            </a:r>
          </a:p>
          <a:p>
            <a:r>
              <a:rPr lang="de-DE" dirty="0" err="1"/>
              <a:t>Stored</a:t>
            </a:r>
            <a:r>
              <a:rPr lang="de-DE" dirty="0"/>
              <a:t> </a:t>
            </a:r>
            <a:r>
              <a:rPr lang="de-DE" dirty="0" err="1"/>
              <a:t>Procedures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26719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DD8F38-2E5B-9C85-9FA9-D4F814E9D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Wer sind wir?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4A3E7D-D5AA-73AA-72E4-3680EF7A7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JVA</a:t>
            </a:r>
          </a:p>
          <a:p>
            <a:r>
              <a:rPr lang="de-DE" dirty="0"/>
              <a:t>Standort in Minden und Berlin</a:t>
            </a:r>
          </a:p>
          <a:p>
            <a:r>
              <a:rPr lang="de-DE" dirty="0"/>
              <a:t>Fokus auf die Besucher</a:t>
            </a:r>
          </a:p>
        </p:txBody>
      </p:sp>
    </p:spTree>
    <p:extLst>
      <p:ext uri="{BB962C8B-B14F-4D97-AF65-F5344CB8AC3E}">
        <p14:creationId xmlns:p14="http://schemas.microsoft.com/office/powerpoint/2010/main" val="1881007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0DC9CA-77CC-601B-E4D4-42BD66750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BPMN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A75F6481-71B3-4EB0-7DC6-BD50996BBE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8052" y="1256071"/>
            <a:ext cx="12113948" cy="5236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742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198534-6A49-7276-B3E0-364237537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Datenbank-Anpassungen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0E3D1F-0625-DB75-00FD-4380654E3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Tabellen:</a:t>
            </a:r>
          </a:p>
          <a:p>
            <a:pPr lvl="1"/>
            <a:r>
              <a:rPr lang="de-DE" dirty="0"/>
              <a:t>BESUCHSZEITEN</a:t>
            </a:r>
          </a:p>
          <a:p>
            <a:pPr lvl="1"/>
            <a:r>
              <a:rPr lang="de-DE" dirty="0"/>
              <a:t>GEFANGENEN_SLOTS</a:t>
            </a:r>
          </a:p>
          <a:p>
            <a:pPr lvl="1"/>
            <a:r>
              <a:rPr lang="de-DE" dirty="0"/>
              <a:t>VALIDIERTE_BESUCHER</a:t>
            </a:r>
          </a:p>
          <a:p>
            <a:pPr lvl="1"/>
            <a:r>
              <a:rPr lang="de-DE" dirty="0"/>
              <a:t>VALIDIERUNGSANTRAG</a:t>
            </a:r>
          </a:p>
          <a:p>
            <a:r>
              <a:rPr lang="de-DE" dirty="0"/>
              <a:t>Attribut:</a:t>
            </a:r>
          </a:p>
          <a:p>
            <a:pPr lvl="1"/>
            <a:r>
              <a:rPr lang="de-DE" dirty="0"/>
              <a:t>BESUCHBAR in GEFANGENER hinzugefügt</a:t>
            </a:r>
          </a:p>
          <a:p>
            <a:pPr lvl="1"/>
            <a:r>
              <a:rPr lang="de-DE" dirty="0"/>
              <a:t>EMAIL in PERSON auf NOT NULL</a:t>
            </a:r>
          </a:p>
          <a:p>
            <a:pPr lvl="1"/>
            <a:r>
              <a:rPr lang="de-DE" dirty="0"/>
              <a:t>PASSWORT in PERSON hinzugefügt</a:t>
            </a:r>
          </a:p>
        </p:txBody>
      </p:sp>
    </p:spTree>
    <p:extLst>
      <p:ext uri="{BB962C8B-B14F-4D97-AF65-F5344CB8AC3E}">
        <p14:creationId xmlns:p14="http://schemas.microsoft.com/office/powerpoint/2010/main" val="4155906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64F90E-5387-3D45-4B7F-0E088E0E6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Verwendete Technologie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F012AC-EBDB-16DE-5E1F-7EBBB7994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PHP 8.2 mit oci8</a:t>
            </a:r>
          </a:p>
          <a:p>
            <a:r>
              <a:rPr lang="de-DE" dirty="0"/>
              <a:t>ORACLE DBMS</a:t>
            </a:r>
          </a:p>
        </p:txBody>
      </p:sp>
    </p:spTree>
    <p:extLst>
      <p:ext uri="{BB962C8B-B14F-4D97-AF65-F5344CB8AC3E}">
        <p14:creationId xmlns:p14="http://schemas.microsoft.com/office/powerpoint/2010/main" val="3606827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41C3C7-EDCF-765E-CBBF-490AD4E57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User Story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8627BB2-7B88-9C18-B0C5-973FF18B8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Besucher ist schon </a:t>
            </a:r>
            <a:r>
              <a:rPr lang="de-DE" dirty="0" err="1"/>
              <a:t>regestriert</a:t>
            </a:r>
            <a:endParaRPr lang="de-DE" dirty="0"/>
          </a:p>
          <a:p>
            <a:r>
              <a:rPr lang="de-DE" dirty="0"/>
              <a:t>Besucher will 2 Gefangene Besuchen</a:t>
            </a:r>
          </a:p>
          <a:p>
            <a:pPr lvl="1"/>
            <a:r>
              <a:rPr lang="de-DE" dirty="0"/>
              <a:t>Für den einen ist er bereits validiert</a:t>
            </a:r>
          </a:p>
          <a:p>
            <a:pPr lvl="1"/>
            <a:r>
              <a:rPr lang="de-DE" dirty="0"/>
              <a:t>Für den zweiten stellt er einen Antrag</a:t>
            </a:r>
          </a:p>
          <a:p>
            <a:r>
              <a:rPr lang="de-DE" dirty="0"/>
              <a:t>Termine buchen</a:t>
            </a:r>
          </a:p>
        </p:txBody>
      </p:sp>
    </p:spTree>
    <p:extLst>
      <p:ext uri="{BB962C8B-B14F-4D97-AF65-F5344CB8AC3E}">
        <p14:creationId xmlns:p14="http://schemas.microsoft.com/office/powerpoint/2010/main" val="3928932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23E0AF-A76E-181C-9399-E4A8B47A6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Stored</a:t>
            </a:r>
            <a:r>
              <a:rPr lang="de-DE" dirty="0"/>
              <a:t> </a:t>
            </a:r>
            <a:r>
              <a:rPr lang="de-DE" dirty="0" err="1"/>
              <a:t>Procedures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702FCD7-05B3-7A88-5501-6415757D0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REGISTRIERE_PERSON</a:t>
            </a:r>
          </a:p>
          <a:p>
            <a:r>
              <a:rPr lang="de-DE" dirty="0"/>
              <a:t>LOGIN_PERSON</a:t>
            </a:r>
          </a:p>
          <a:p>
            <a:r>
              <a:rPr lang="de-DE" dirty="0"/>
              <a:t>GET_VALIDIERTE_GEFANGENE</a:t>
            </a:r>
          </a:p>
          <a:p>
            <a:r>
              <a:rPr lang="de-DE" dirty="0"/>
              <a:t>GET_GEFANGENE_FUER_VALIDIERUNG</a:t>
            </a:r>
          </a:p>
          <a:p>
            <a:r>
              <a:rPr lang="de-DE" dirty="0"/>
              <a:t>GET_OFFENE_VALIDIERUNGEN</a:t>
            </a:r>
          </a:p>
          <a:p>
            <a:r>
              <a:rPr lang="de-DE" dirty="0"/>
              <a:t>VALIDIERUNGSANTRAG_STELLEN</a:t>
            </a:r>
          </a:p>
          <a:p>
            <a:r>
              <a:rPr lang="de-DE" dirty="0"/>
              <a:t>TERMIN_BUCHEN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669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EC7EC-F634-48D7-1DE1-CD7AAD36F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Stored</a:t>
            </a:r>
            <a:r>
              <a:rPr lang="de-DE" dirty="0"/>
              <a:t> </a:t>
            </a:r>
            <a:r>
              <a:rPr lang="de-DE" dirty="0" err="1"/>
              <a:t>Procedure</a:t>
            </a:r>
            <a:endParaRPr lang="de-DE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1985CE40-68EB-C652-8695-988F13EC8C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38450" y="0"/>
            <a:ext cx="3928819" cy="68580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6092053-937E-DF93-0B4D-4981111553F7}"/>
              </a:ext>
            </a:extLst>
          </p:cNvPr>
          <p:cNvSpPr txBox="1"/>
          <p:nvPr/>
        </p:nvSpPr>
        <p:spPr>
          <a:xfrm>
            <a:off x="963560" y="1690688"/>
            <a:ext cx="543723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800" dirty="0"/>
              <a:t>Registrierung des Besuchers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800" dirty="0"/>
              <a:t>Rollenzuteilung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800" dirty="0"/>
              <a:t>Je nach Rolle, Zuteilung in Tabelle</a:t>
            </a:r>
          </a:p>
        </p:txBody>
      </p:sp>
    </p:spTree>
    <p:extLst>
      <p:ext uri="{BB962C8B-B14F-4D97-AF65-F5344CB8AC3E}">
        <p14:creationId xmlns:p14="http://schemas.microsoft.com/office/powerpoint/2010/main" val="2917760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</Words>
  <Application>Microsoft Office PowerPoint</Application>
  <PresentationFormat>Breitbild</PresentationFormat>
  <Paragraphs>45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Abschlusspräsi-LockedVisit</vt:lpstr>
      <vt:lpstr>Agenda</vt:lpstr>
      <vt:lpstr>Wer sind wir?</vt:lpstr>
      <vt:lpstr>BPMN</vt:lpstr>
      <vt:lpstr>Datenbank-Anpassungen</vt:lpstr>
      <vt:lpstr>Verwendete Technologie</vt:lpstr>
      <vt:lpstr>User Story</vt:lpstr>
      <vt:lpstr>Stored Procedures</vt:lpstr>
      <vt:lpstr>Stored Procedure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Manuel Borghardt</dc:creator>
  <cp:lastModifiedBy>Manuel Borghardt</cp:lastModifiedBy>
  <cp:revision>2</cp:revision>
  <dcterms:created xsi:type="dcterms:W3CDTF">2026-07-14T10:51:22Z</dcterms:created>
  <dcterms:modified xsi:type="dcterms:W3CDTF">2026-07-15T16:06:33Z</dcterms:modified>
</cp:coreProperties>
</file>