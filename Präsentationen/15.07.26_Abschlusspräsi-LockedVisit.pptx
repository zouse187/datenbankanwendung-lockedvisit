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1CDDD-9085-04D8-94A5-9442B3854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650574-5812-69DD-DDD5-39E57CDCF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5EE983-725C-F875-23D7-914C34F3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6D642C-3FFF-0F19-77A1-13440E59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1F53E6-7429-20E9-710A-5090EA42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65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A851B-3E11-66F8-973D-7F456DB6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4B97E1-EDC8-0E53-6182-45479C536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8932A4-4B26-3C52-1469-2B2F2980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7B0B2-34C0-C02C-DFCD-0ADEED9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BC880-5D3D-FA0B-7219-14782867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46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CBCDA2-F013-9E6E-3916-ABA2262E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4A4E02-5500-EB86-E6CE-C10B764DB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E4847-EB4E-6D5F-5B7D-3FCFCE78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A50BF4-AF42-97A7-B210-B30C4A0F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F7A88-2AA8-78BF-3B5F-CE97924B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960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E0A45-3A58-95C1-2720-3806C2E6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46B96A-6CFD-B4EF-9271-F56CE681A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55BC5A-7CE4-2D02-B047-7F5396E0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33F2FF-1F0C-6F32-CDFA-941BB857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48D392-B7A9-3265-2F33-41C736DC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73E58B-4209-0C3C-5DE6-F77C8132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66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6176D-1E68-82E6-1305-0E2C2D1C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280BBA-EEA3-2935-E92D-9D51E1D8E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C125F6-8EE7-B931-5570-F71B7E44A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CCEAE6-D31A-92B6-04FC-92B89CEC1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16331E-8FB4-2644-4DD2-2DCD24113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1137296-1D84-3E89-AB32-6D8B78B14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0178A0-22A5-8E37-1341-CCBAF613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FF9D981-E6A4-8E85-A6B4-A4693248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49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05C1C-3CE7-3005-62D0-744310C1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CF5B36-8C7E-578C-8C9F-CD691A6E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A2EC93-A6E7-204C-B9B5-E14A9A75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69C291-C4C7-2FF7-0A3D-C62C0282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00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B9AEC9-A17E-8996-14ED-B068B724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B3026B-30DB-20CC-C2B8-3A2A890F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F32EC8-C23E-3A32-98B7-E2656F2E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88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471F1-11D9-E71D-2479-1E236E4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51CB7-E3F8-7894-C89A-480961191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F950CA-E2AF-FCF4-6ECB-216AAE794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B5CE0A-A4C8-FE75-11DD-D2006501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F537A0-11C2-4F5C-2E28-EC05B3E7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12155A-49BD-776B-811E-1E377CF3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4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A8E71-5C0B-6093-7D10-C6AF44D7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267808-0EDA-E6BC-9EB2-EA05309D4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0E76C4-33C0-E643-A4DA-83A606DEE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78388D-6FAB-1C85-577A-1DD799BD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DB45EF-D8D0-4035-5B4F-351DFD54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B262D5-3F9A-1F4B-B03F-BD765175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6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34EA5-AC05-0D17-2312-5349CB45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9A300E-DE12-A5D5-AA92-38A29F83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D8495F-AE27-49F7-4407-48138946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545995-5997-A194-E211-8BC890F0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931F91-2011-F010-F8B7-16C12235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53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820781-9FCB-CCB8-57DB-8DD7DBF29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DD7CFD-A77C-1A3B-A8EC-D9233DD2B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2C0439-650D-9C12-5548-E236F004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BC646-76FA-D391-5A5B-3818F1A3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2CC28-575A-9998-7F1C-53586320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29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37A042-3078-9BC9-8E8F-09D9AA39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324EA8-36E5-2DA0-4303-28C9506D9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BB9B48-0092-A85C-0451-FDA8FC04D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93583-0075-4E53-AA2A-B577A915B77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F9797-5C10-6095-FA4A-160B0D550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6EEEC7-3CA5-2ABC-3518-6D294F7D5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77275-0C54-4BEE-BFDB-317C37BE0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7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6E6C30-BF29-EA4C-A0BD-4EED4C135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Abschlusspräsi-LockedVisit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7F9610-9EC0-4208-763C-A6388E564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Leonid Nikkel, Joel </a:t>
            </a:r>
            <a:r>
              <a:rPr lang="de-DE" sz="1800" dirty="0" err="1"/>
              <a:t>Jantschik</a:t>
            </a:r>
            <a:r>
              <a:rPr lang="de-DE" sz="1800" dirty="0"/>
              <a:t>, Joshua Del Rosario Rijo, Manuel Borghardt</a:t>
            </a:r>
          </a:p>
        </p:txBody>
      </p:sp>
    </p:spTree>
    <p:extLst>
      <p:ext uri="{BB962C8B-B14F-4D97-AF65-F5344CB8AC3E}">
        <p14:creationId xmlns:p14="http://schemas.microsoft.com/office/powerpoint/2010/main" val="171515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D8F38-2E5B-9C85-9FA9-D4F814E9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 sind wir?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A3E7D-D5AA-73AA-72E4-3680EF7A7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JVA</a:t>
            </a:r>
          </a:p>
          <a:p>
            <a:r>
              <a:rPr lang="de-DE" dirty="0"/>
              <a:t>Standort in Minden und Berlin</a:t>
            </a:r>
          </a:p>
          <a:p>
            <a:r>
              <a:rPr lang="de-DE" dirty="0"/>
              <a:t>Fokus auf die Besucher</a:t>
            </a:r>
          </a:p>
        </p:txBody>
      </p:sp>
    </p:spTree>
    <p:extLst>
      <p:ext uri="{BB962C8B-B14F-4D97-AF65-F5344CB8AC3E}">
        <p14:creationId xmlns:p14="http://schemas.microsoft.com/office/powerpoint/2010/main" val="188100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DC9CA-77CC-601B-E4D4-42BD6675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BPMN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75F6481-71B3-4EB0-7DC6-BD50996BB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52" y="1256071"/>
            <a:ext cx="12113948" cy="523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4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198534-6A49-7276-B3E0-36423753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Datenbank-Anpassungen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0E3D1F-0625-DB75-00FD-4380654E3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Tabellen:</a:t>
            </a:r>
          </a:p>
          <a:p>
            <a:pPr lvl="1"/>
            <a:r>
              <a:rPr lang="de-DE" dirty="0"/>
              <a:t>BESUCHSZEITEN</a:t>
            </a:r>
          </a:p>
          <a:p>
            <a:pPr lvl="1"/>
            <a:r>
              <a:rPr lang="de-DE" dirty="0"/>
              <a:t>GEFANGENEN_SLOTS</a:t>
            </a:r>
          </a:p>
          <a:p>
            <a:pPr lvl="1"/>
            <a:r>
              <a:rPr lang="de-DE" dirty="0"/>
              <a:t>VALIDIERTE_BESUCHER</a:t>
            </a:r>
          </a:p>
          <a:p>
            <a:pPr lvl="1"/>
            <a:r>
              <a:rPr lang="de-DE" dirty="0"/>
              <a:t>VALIDIERUNGSANTRAG</a:t>
            </a:r>
          </a:p>
          <a:p>
            <a:r>
              <a:rPr lang="de-DE" dirty="0"/>
              <a:t>Attribut:</a:t>
            </a:r>
          </a:p>
          <a:p>
            <a:pPr lvl="1"/>
            <a:r>
              <a:rPr lang="de-DE" dirty="0"/>
              <a:t>BESUCHBAR in GEFANGENER hinzugefügt</a:t>
            </a:r>
          </a:p>
          <a:p>
            <a:pPr lvl="1"/>
            <a:r>
              <a:rPr lang="de-DE" dirty="0"/>
              <a:t>EMAIL in PERSON auf NOT NULL</a:t>
            </a:r>
          </a:p>
          <a:p>
            <a:pPr lvl="1"/>
            <a:r>
              <a:rPr lang="de-DE" dirty="0"/>
              <a:t>PASSWORT in PERSON hinzugefügt</a:t>
            </a:r>
          </a:p>
        </p:txBody>
      </p:sp>
    </p:spTree>
    <p:extLst>
      <p:ext uri="{BB962C8B-B14F-4D97-AF65-F5344CB8AC3E}">
        <p14:creationId xmlns:p14="http://schemas.microsoft.com/office/powerpoint/2010/main" val="415590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64F90E-5387-3D45-4B7F-0E088E0E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Verwendete Technologie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F012AC-EBDB-16DE-5E1F-7EBBB7994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PHP 8.2</a:t>
            </a:r>
          </a:p>
          <a:p>
            <a:r>
              <a:rPr lang="de-DE" dirty="0"/>
              <a:t>ORACLE DBMS</a:t>
            </a:r>
          </a:p>
        </p:txBody>
      </p:sp>
    </p:spTree>
    <p:extLst>
      <p:ext uri="{BB962C8B-B14F-4D97-AF65-F5344CB8AC3E}">
        <p14:creationId xmlns:p14="http://schemas.microsoft.com/office/powerpoint/2010/main" val="360682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1C3C7-EDCF-765E-CBBF-490AD4E5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User Story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627BB2-7B88-9C18-B0C5-973FF18B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Besucher ist schon </a:t>
            </a:r>
            <a:r>
              <a:rPr lang="de-DE" dirty="0" err="1"/>
              <a:t>regestriert</a:t>
            </a:r>
            <a:endParaRPr lang="de-DE" dirty="0"/>
          </a:p>
          <a:p>
            <a:r>
              <a:rPr lang="de-DE" dirty="0"/>
              <a:t>Besucher will 2 Gefangene Besuchen</a:t>
            </a:r>
          </a:p>
          <a:p>
            <a:pPr lvl="1"/>
            <a:r>
              <a:rPr lang="de-DE" dirty="0"/>
              <a:t>Für den einen ist er bereits validiert</a:t>
            </a:r>
          </a:p>
          <a:p>
            <a:pPr lvl="1"/>
            <a:r>
              <a:rPr lang="de-DE" dirty="0"/>
              <a:t>Für den zweiten stellt er einen Antrag</a:t>
            </a:r>
          </a:p>
          <a:p>
            <a:r>
              <a:rPr lang="de-DE" dirty="0"/>
              <a:t>Termine buchen</a:t>
            </a:r>
          </a:p>
        </p:txBody>
      </p:sp>
    </p:spTree>
    <p:extLst>
      <p:ext uri="{BB962C8B-B14F-4D97-AF65-F5344CB8AC3E}">
        <p14:creationId xmlns:p14="http://schemas.microsoft.com/office/powerpoint/2010/main" val="392893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EC7EC-F634-48D7-1DE1-CD7AAD36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Procedure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985CE40-68EB-C652-8695-988F13EC8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8450" y="0"/>
            <a:ext cx="3928819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6092053-937E-DF93-0B4D-4981111553F7}"/>
              </a:ext>
            </a:extLst>
          </p:cNvPr>
          <p:cNvSpPr txBox="1"/>
          <p:nvPr/>
        </p:nvSpPr>
        <p:spPr>
          <a:xfrm>
            <a:off x="963560" y="1690688"/>
            <a:ext cx="54372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Registrierung des Besuchers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Rollenzuteilung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800" dirty="0"/>
              <a:t>Je nach Rolle, Zuteilung in Tabelle</a:t>
            </a:r>
          </a:p>
        </p:txBody>
      </p:sp>
    </p:spTree>
    <p:extLst>
      <p:ext uri="{BB962C8B-B14F-4D97-AF65-F5344CB8AC3E}">
        <p14:creationId xmlns:p14="http://schemas.microsoft.com/office/powerpoint/2010/main" val="2917760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Breitbild</PresentationFormat>
  <Paragraphs>30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Abschlusspräsi-LockedVisit</vt:lpstr>
      <vt:lpstr>Wer sind wir?</vt:lpstr>
      <vt:lpstr>BPMN</vt:lpstr>
      <vt:lpstr>Datenbank-Anpassungen</vt:lpstr>
      <vt:lpstr>Verwendete Technologie</vt:lpstr>
      <vt:lpstr>User Story</vt:lpstr>
      <vt:lpstr>Stored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Borghardt</dc:creator>
  <cp:lastModifiedBy>Manuel Borghardt</cp:lastModifiedBy>
  <cp:revision>1</cp:revision>
  <dcterms:created xsi:type="dcterms:W3CDTF">2026-07-14T10:51:22Z</dcterms:created>
  <dcterms:modified xsi:type="dcterms:W3CDTF">2026-07-14T11:29:53Z</dcterms:modified>
</cp:coreProperties>
</file>