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BD329-D26D-044A-8092-296A34F2E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2C9FC94-290B-B69E-538A-554E404D8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68872F-3EAA-94E0-E41E-4AF01A314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90D0C-16F3-4569-A88E-768C2D5DBC5F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22266B-6F71-7731-F632-55755799E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640027-4DBD-7B32-3A4A-028254FEA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99D1-1E52-450F-B739-3D652381CA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732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775837-C164-5957-9547-DD7C0F571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F687F0-966A-2B48-DDD8-358A1D26A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4D4097-7DA4-16A6-FD92-30A352310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90D0C-16F3-4569-A88E-768C2D5DBC5F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14A7CC-9D41-BA6C-3B19-C2932E5A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77B1FE-F250-B0B9-BA9E-97231D385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99D1-1E52-450F-B739-3D652381CA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190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7595CE-6E1E-D1F7-C368-FBB1A13EC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E6434D-4A52-2B54-500F-A5B49C0CE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1B88DC-9BB6-5F62-1C98-602EA38B1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90D0C-16F3-4569-A88E-768C2D5DBC5F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D0A191-CAE4-88F0-AE69-8314AB4DB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2FAD99-4064-8966-A67F-FE9ACE341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99D1-1E52-450F-B739-3D652381CA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4513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1DDA43-EE17-BEED-1AFB-58C1A63E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8E7164-F35F-FBD7-5499-2D2C899AC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506D5D9-EAB4-052B-03CB-D125D9B31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03F19C4-4FE3-241B-02B2-BBE21D632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90D0C-16F3-4569-A88E-768C2D5DBC5F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F36AE48-32AC-D945-969D-8C4EBA898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FC1D44-C683-44C2-DDF6-315889570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99D1-1E52-450F-B739-3D652381CA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4078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2782C0-EBA0-BA21-0A7F-89723EDC0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C38CE0-976C-BE0F-589F-A551DCB71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31463E6-181A-6727-16C5-5A67F1293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E6BD227-874B-EF36-AFB0-40E879046E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568C1EF-244A-994A-3462-0B460D8B24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EE15442-F629-EBC9-BDD5-68C4D97F1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90D0C-16F3-4569-A88E-768C2D5DBC5F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D04CBC5-D804-1C2D-2AC3-FF9CF21C8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BC8065B-63FE-CCF5-6DD3-8BD396624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99D1-1E52-450F-B739-3D652381CA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3908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E06048-4533-DED4-4813-BB3A164B4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A659BD8-6CF6-D27C-0EA7-C4D080149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90D0C-16F3-4569-A88E-768C2D5DBC5F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A969F3D-8C9B-6339-87B7-390C43DF1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DAD8B8B-15C7-34C1-8CA7-908D1EAC9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99D1-1E52-450F-B739-3D652381CA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059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902B9D9-E216-DB27-610E-FC58222A3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90D0C-16F3-4569-A88E-768C2D5DBC5F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5EFF0EC-1D99-AA37-8AE2-E8851F63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D4B91E-4104-7B43-83D0-5BAC804EE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99D1-1E52-450F-B739-3D652381CA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521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8FE991-296E-ACBA-C7EC-9E7BE17BB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3B8B4C-D11C-F1FF-FED7-9583F3B2A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B9FF85A-6954-3CA8-F91A-13B2B183B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5950E9-34F1-3945-8083-FCE9DEC46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90D0C-16F3-4569-A88E-768C2D5DBC5F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2C6EB2-0086-850F-8287-A791AE31F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5D2C0E6-742D-799A-16B1-92473BE69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99D1-1E52-450F-B739-3D652381CA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7287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627DDD-6444-D9DE-EBE5-1EA376549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E68184D-EFB4-87F8-CC1B-2D49B74A4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7A4B68-606C-EA4D-D192-2F247CE6F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CEE0459-096E-E938-5AAF-54C7C0816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90D0C-16F3-4569-A88E-768C2D5DBC5F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DADBE4-A1EF-1CAA-2B38-328A46DB1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F33600B-3430-0BBC-1809-706538C0D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99D1-1E52-450F-B739-3D652381CA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3825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054973-E0E5-2E72-5D1C-A3BF53AE2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72B166-C81E-573E-832E-B532C2F550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E8FB4A-C52E-47C8-6304-DAC30AAD6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90D0C-16F3-4569-A88E-768C2D5DBC5F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5AF913-F2F5-C5D4-29AA-B8D447BC2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65DB49-699B-07A6-7F43-C8E970180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99D1-1E52-450F-B739-3D652381CA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493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04D0C4C-6564-E84D-66B7-FF4A080A1B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19346AE-215C-2F58-104D-3FAB3E4A5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20A9A5-E002-D65A-A2B9-65A87B32A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90D0C-16F3-4569-A88E-768C2D5DBC5F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E9FD67-6246-C467-8081-23D6DD3A3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962B85-6418-8899-583B-184259BF4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699D1-1E52-450F-B739-3D652381CA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5850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6E32D52-320B-8FA5-FFF0-05EC39D77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C49820-71D8-EE2A-A2DC-A9A7BACB9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8EA17E-24B1-ECD5-B83D-97593753F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790D0C-16F3-4569-A88E-768C2D5DBC5F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839438-62D9-6BFE-6230-789F6F09F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6C6E7A-2DF8-0834-FF54-D516A925F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5699D1-1E52-450F-B739-3D652381CA3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992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6670">
              <a:srgbClr val="404040"/>
            </a:gs>
            <a:gs pos="0">
              <a:schemeClr val="tx1">
                <a:lumMod val="85000"/>
                <a:lumOff val="15000"/>
              </a:schemeClr>
            </a:gs>
            <a:gs pos="78015">
              <a:srgbClr val="323232"/>
            </a:gs>
            <a:gs pos="56000">
              <a:schemeClr val="accent2"/>
            </a:gs>
            <a:gs pos="55000">
              <a:schemeClr val="bg2">
                <a:lumMod val="10000"/>
              </a:schemeClr>
            </a:gs>
            <a:gs pos="100000">
              <a:schemeClr val="bg2">
                <a:lumMod val="10000"/>
              </a:schemeClr>
            </a:gs>
            <a:gs pos="57000">
              <a:schemeClr val="tx1">
                <a:lumMod val="85000"/>
                <a:lumOff val="1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F23E26-BF43-1F6F-3D6F-590997E22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03461"/>
            <a:ext cx="9144000" cy="1251078"/>
          </a:xfrm>
        </p:spPr>
        <p:txBody>
          <a:bodyPr>
            <a:noAutofit/>
          </a:bodyPr>
          <a:lstStyle/>
          <a:p>
            <a:r>
              <a:rPr lang="de-DE" sz="8000" dirty="0" err="1">
                <a:solidFill>
                  <a:schemeClr val="accent2"/>
                </a:solidFill>
              </a:rPr>
              <a:t>L</a:t>
            </a:r>
            <a:r>
              <a:rPr lang="de-DE" sz="8000" dirty="0" err="1">
                <a:solidFill>
                  <a:schemeClr val="bg1"/>
                </a:solidFill>
              </a:rPr>
              <a:t>ocked</a:t>
            </a:r>
            <a:r>
              <a:rPr lang="de-DE" sz="8000" dirty="0" err="1">
                <a:solidFill>
                  <a:schemeClr val="accent2"/>
                </a:solidFill>
              </a:rPr>
              <a:t>V</a:t>
            </a:r>
            <a:r>
              <a:rPr lang="de-DE" sz="8000" dirty="0" err="1">
                <a:solidFill>
                  <a:schemeClr val="bg1"/>
                </a:solidFill>
              </a:rPr>
              <a:t>isit</a:t>
            </a:r>
            <a:endParaRPr lang="de-DE" sz="8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881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DF6EF5-D06F-9C9E-1961-1C10A4860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accent2"/>
                </a:solidFill>
              </a:rPr>
              <a:t>Bisher geschafft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59FA08-7B4E-6947-ED08-7C3A07852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Technische Architektur festgelegt und verstanden</a:t>
            </a:r>
          </a:p>
          <a:p>
            <a:r>
              <a:rPr lang="de-DE" dirty="0">
                <a:solidFill>
                  <a:schemeClr val="bg1"/>
                </a:solidFill>
              </a:rPr>
              <a:t>Datenbankanpassungen:</a:t>
            </a:r>
          </a:p>
          <a:p>
            <a:pPr lvl="1"/>
            <a:r>
              <a:rPr lang="de-DE" dirty="0">
                <a:solidFill>
                  <a:schemeClr val="bg1"/>
                </a:solidFill>
              </a:rPr>
              <a:t>Tabelle Person angepasst</a:t>
            </a:r>
          </a:p>
          <a:p>
            <a:pPr lvl="1"/>
            <a:r>
              <a:rPr lang="de-DE" dirty="0">
                <a:solidFill>
                  <a:schemeClr val="bg1"/>
                </a:solidFill>
              </a:rPr>
              <a:t>2 </a:t>
            </a:r>
            <a:r>
              <a:rPr lang="de-DE" dirty="0" err="1">
                <a:solidFill>
                  <a:schemeClr val="bg1"/>
                </a:solidFill>
              </a:rPr>
              <a:t>Stored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Procedures</a:t>
            </a:r>
            <a:r>
              <a:rPr lang="de-DE" dirty="0"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de-DE" dirty="0">
                <a:solidFill>
                  <a:schemeClr val="bg1"/>
                </a:solidFill>
              </a:rPr>
              <a:t>3 </a:t>
            </a:r>
            <a:r>
              <a:rPr lang="de-DE" dirty="0" err="1">
                <a:solidFill>
                  <a:schemeClr val="bg1"/>
                </a:solidFill>
              </a:rPr>
              <a:t>sequences</a:t>
            </a:r>
            <a:r>
              <a:rPr lang="de-DE" dirty="0">
                <a:solidFill>
                  <a:schemeClr val="bg1"/>
                </a:solidFill>
              </a:rPr>
              <a:t> für die </a:t>
            </a:r>
            <a:r>
              <a:rPr lang="de-DE" dirty="0" err="1">
                <a:solidFill>
                  <a:schemeClr val="bg1"/>
                </a:solidFill>
              </a:rPr>
              <a:t>Proceduren</a:t>
            </a:r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chemeClr val="bg1"/>
                </a:solidFill>
              </a:rPr>
              <a:t>UI/UX‑Konzept in der style.css übernommen und festgelegt</a:t>
            </a:r>
          </a:p>
          <a:p>
            <a:r>
              <a:rPr lang="de-DE" dirty="0">
                <a:solidFill>
                  <a:schemeClr val="bg1"/>
                </a:solidFill>
              </a:rPr>
              <a:t>Registrierung &amp; Login implementiert</a:t>
            </a:r>
          </a:p>
        </p:txBody>
      </p:sp>
    </p:spTree>
    <p:extLst>
      <p:ext uri="{BB962C8B-B14F-4D97-AF65-F5344CB8AC3E}">
        <p14:creationId xmlns:p14="http://schemas.microsoft.com/office/powerpoint/2010/main" val="2146082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48989E-57D3-CAD2-3D98-D171225A0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364"/>
            <a:ext cx="10515600" cy="1325563"/>
          </a:xfrm>
        </p:spPr>
        <p:txBody>
          <a:bodyPr/>
          <a:lstStyle/>
          <a:p>
            <a:r>
              <a:rPr lang="de-DE" dirty="0">
                <a:solidFill>
                  <a:schemeClr val="accent2"/>
                </a:solidFill>
              </a:rPr>
              <a:t>Erledigt: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A3B4603-00F1-BC2E-28D5-F2A92A9A50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39723" y="109377"/>
            <a:ext cx="5104044" cy="6639245"/>
          </a:xfrm>
          <a:prstGeom prst="rect">
            <a:avLst/>
          </a:prstGeom>
        </p:spPr>
      </p:pic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7AB72B23-0DE4-2586-81A6-0A7411D54180}"/>
              </a:ext>
            </a:extLst>
          </p:cNvPr>
          <p:cNvSpPr/>
          <p:nvPr/>
        </p:nvSpPr>
        <p:spPr>
          <a:xfrm>
            <a:off x="3572825" y="2703871"/>
            <a:ext cx="978408" cy="484632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D9B47858-C436-C654-15AB-BF636C729303}"/>
              </a:ext>
            </a:extLst>
          </p:cNvPr>
          <p:cNvSpPr txBox="1">
            <a:spLocks/>
          </p:cNvSpPr>
          <p:nvPr/>
        </p:nvSpPr>
        <p:spPr>
          <a:xfrm>
            <a:off x="838200" y="427344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chemeClr val="accent2"/>
                </a:solidFill>
              </a:rPr>
              <a:t>Zu erledigen:</a:t>
            </a:r>
          </a:p>
        </p:txBody>
      </p:sp>
    </p:spTree>
    <p:extLst>
      <p:ext uri="{BB962C8B-B14F-4D97-AF65-F5344CB8AC3E}">
        <p14:creationId xmlns:p14="http://schemas.microsoft.com/office/powerpoint/2010/main" val="1401599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Breitbild</PresentationFormat>
  <Paragraphs>11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LockedVisit</vt:lpstr>
      <vt:lpstr>Bisher geschafft</vt:lpstr>
      <vt:lpstr>Erledigt: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Borghardt</dc:creator>
  <cp:lastModifiedBy>Manuel Borghardt</cp:lastModifiedBy>
  <cp:revision>4</cp:revision>
  <dcterms:created xsi:type="dcterms:W3CDTF">2026-06-24T11:21:19Z</dcterms:created>
  <dcterms:modified xsi:type="dcterms:W3CDTF">2026-06-24T11:49:30Z</dcterms:modified>
</cp:coreProperties>
</file>